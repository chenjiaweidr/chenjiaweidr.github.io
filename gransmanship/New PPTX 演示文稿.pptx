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2320" y="13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54A138C-3D67-68BE-BFF4-54573B6C08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15" t="12531"/>
          <a:stretch>
            <a:fillRect/>
          </a:stretch>
        </p:blipFill>
        <p:spPr>
          <a:xfrm>
            <a:off x="-3903133" y="-491067"/>
            <a:ext cx="10985570" cy="599863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B36314F-0300-39FD-2EB3-214A5AF911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40" t="12531"/>
          <a:stretch>
            <a:fillRect/>
          </a:stretch>
        </p:blipFill>
        <p:spPr>
          <a:xfrm>
            <a:off x="7290624" y="-491067"/>
            <a:ext cx="10844303" cy="599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244174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cjw</dc:creator>
  <cp:lastModifiedBy>Jiawei Chen</cp:lastModifiedBy>
  <cp:revision>5</cp:revision>
  <dcterms:created xsi:type="dcterms:W3CDTF">2023-08-09T12:44:00Z</dcterms:created>
  <dcterms:modified xsi:type="dcterms:W3CDTF">2026-07-20T01:08:02Z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